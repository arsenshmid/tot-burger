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200000" cy="205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00" cy="1655999"/>
          </a:xfrm>
          <a:prstGeom prst="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2000" y="198000"/>
            <a:ext cx="25200000" cy="11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  <a:latin typeface="Arial"/>
              </a:rPr>
              <a:t>ТОТ БУРГЕР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00" y="234000"/>
            <a:ext cx="13320000" cy="1007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00" b="1">
                <a:solidFill>
                  <a:srgbClr val="0A0A0A"/>
                </a:solidFill>
                <a:latin typeface="Arial"/>
              </a:rPr>
              <a:t>МЕНЮ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1908000"/>
            <a:ext cx="13968000" cy="7380000"/>
          </a:xfrm>
          <a:prstGeom prst="roundRect">
            <a:avLst/>
          </a:prstGeom>
          <a:solidFill>
            <a:srgbClr val="121212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" y="1908000"/>
            <a:ext cx="234000" cy="7380000"/>
          </a:xfrm>
          <a:prstGeom prst="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8000" y="2268000"/>
            <a:ext cx="4752000" cy="6660000"/>
          </a:xfrm>
          <a:prstGeom prst="roundRect">
            <a:avLst/>
          </a:prstGeom>
          <a:solidFill>
            <a:srgbClr val="070707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2629058"/>
            <a:ext cx="4752000" cy="5937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88000" y="2268000"/>
            <a:ext cx="8208000" cy="9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8F8"/>
                </a:solidFill>
                <a:latin typeface="Arial"/>
              </a:rPr>
              <a:t>ТОТ САМЫЙ ФИРМЕННЫЙ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44000" y="2268000"/>
            <a:ext cx="2951999" cy="972000"/>
          </a:xfrm>
          <a:prstGeom prst="round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4000" y="2286000"/>
            <a:ext cx="2951999" cy="88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0A0A0A"/>
                </a:solidFill>
                <a:latin typeface="Arial"/>
              </a:rPr>
              <a:t>690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8000" y="3276000"/>
            <a:ext cx="820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6E14"/>
                </a:solidFill>
                <a:latin typeface="Arial"/>
              </a:rPr>
              <a:t>460 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8000" y="3870000"/>
            <a:ext cx="820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9B9B9"/>
                </a:solidFill>
                <a:latin typeface="Arial"/>
              </a:rPr>
              <a:t>СОСТАВ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8000" y="4338000"/>
            <a:ext cx="7956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80" b="0">
                <a:solidFill>
                  <a:srgbClr val="F8F8F8"/>
                </a:solidFill>
                <a:latin typeface="Arial"/>
              </a:rPr>
              <a:t>• булочка
• фирменный соус
• салат
• помидоры
• говяжья котлета
• сыр гауда
• сырный соус
• бекон
• маринованные огурцы
• красный лук
• кисло-сладкий соус
• фирменный соус
• булочка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16000" y="1908000"/>
            <a:ext cx="13968000" cy="7380000"/>
          </a:xfrm>
          <a:prstGeom prst="roundRect">
            <a:avLst/>
          </a:prstGeom>
          <a:solidFill>
            <a:srgbClr val="121212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16000" y="1908000"/>
            <a:ext cx="234000" cy="7380000"/>
          </a:xfrm>
          <a:prstGeom prst="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976000" y="2268000"/>
            <a:ext cx="4752000" cy="6660000"/>
          </a:xfrm>
          <a:prstGeom prst="roundRect">
            <a:avLst/>
          </a:prstGeom>
          <a:solidFill>
            <a:srgbClr val="070707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000" y="2628000"/>
            <a:ext cx="4752000" cy="594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0016000" y="2268000"/>
            <a:ext cx="8208000" cy="9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8F8"/>
                </a:solidFill>
                <a:latin typeface="Arial"/>
              </a:rPr>
              <a:t>ТОТ САМЫЙ СЫРНЫЙ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272000" y="2268000"/>
            <a:ext cx="2951999" cy="972000"/>
          </a:xfrm>
          <a:prstGeom prst="round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72000" y="2286000"/>
            <a:ext cx="2951999" cy="88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0A0A0A"/>
                </a:solidFill>
                <a:latin typeface="Arial"/>
              </a:rPr>
              <a:t>640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16000" y="3276000"/>
            <a:ext cx="820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6E14"/>
                </a:solidFill>
                <a:latin typeface="Arial"/>
              </a:rPr>
              <a:t>460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16000" y="3870000"/>
            <a:ext cx="820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9B9B9"/>
                </a:solidFill>
                <a:latin typeface="Arial"/>
              </a:rPr>
              <a:t>СОСТАВ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16000" y="4338000"/>
            <a:ext cx="7956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80" b="0">
                <a:solidFill>
                  <a:srgbClr val="F8F8F8"/>
                </a:solidFill>
                <a:latin typeface="Arial"/>
              </a:rPr>
              <a:t>• булочка
• кетчуп
• сырный соус
• салат
• помидоры
• говяжья котлета
• двойной сыр гауда 2×
• бекон
• сырный соус
• маринованные огурцы
• красный лук
• барбекю соус
• булочка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44000" y="1908000"/>
            <a:ext cx="13968000" cy="7380000"/>
          </a:xfrm>
          <a:prstGeom prst="roundRect">
            <a:avLst/>
          </a:prstGeom>
          <a:solidFill>
            <a:srgbClr val="121212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44000" y="1908000"/>
            <a:ext cx="234000" cy="7380000"/>
          </a:xfrm>
          <a:prstGeom prst="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304000" y="2268000"/>
            <a:ext cx="4752000" cy="6660000"/>
          </a:xfrm>
          <a:prstGeom prst="roundRect">
            <a:avLst/>
          </a:prstGeom>
          <a:solidFill>
            <a:srgbClr val="070707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04000" y="2627145"/>
            <a:ext cx="4752000" cy="59417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4344000" y="2268000"/>
            <a:ext cx="8208000" cy="9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8F8"/>
                </a:solidFill>
                <a:latin typeface="Arial"/>
              </a:rPr>
              <a:t>ТОТ БУРГЕР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600000" y="2268000"/>
            <a:ext cx="2951999" cy="972000"/>
          </a:xfrm>
          <a:prstGeom prst="round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00000" y="2286000"/>
            <a:ext cx="2951999" cy="88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0A0A0A"/>
                </a:solidFill>
                <a:latin typeface="Arial"/>
              </a:rPr>
              <a:t>790 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44000" y="3276000"/>
            <a:ext cx="820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6E14"/>
                </a:solidFill>
                <a:latin typeface="Arial"/>
              </a:rPr>
              <a:t>550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44000" y="3870000"/>
            <a:ext cx="820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9B9B9"/>
                </a:solidFill>
                <a:latin typeface="Arial"/>
              </a:rPr>
              <a:t>СОСТАВ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44000" y="4338000"/>
            <a:ext cx="3942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50" b="0">
                <a:solidFill>
                  <a:srgbClr val="F8F8F8"/>
                </a:solidFill>
                <a:latin typeface="Arial"/>
              </a:rPr>
              <a:t>• булочка
• майонез
• кетчуп
• салат
• помидоры
• говяжья котлета
• сыр гауда
• сырный соус
• говяжья котлета
• сыр гауда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358000" y="4338000"/>
            <a:ext cx="3942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50" b="0">
                <a:solidFill>
                  <a:srgbClr val="F8F8F8"/>
                </a:solidFill>
                <a:latin typeface="Arial"/>
              </a:rPr>
              <a:t>• сырный соус
• бекон
• бекон
• кисло-сладкий соус
• маринованные огурцы
• красный лук
• барбекю
• майонез
• булочка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00" y="9540000"/>
            <a:ext cx="13968000" cy="7380000"/>
          </a:xfrm>
          <a:prstGeom prst="roundRect">
            <a:avLst/>
          </a:prstGeom>
          <a:solidFill>
            <a:srgbClr val="121212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" y="9540000"/>
            <a:ext cx="234000" cy="7380000"/>
          </a:xfrm>
          <a:prstGeom prst="rect">
            <a:avLst/>
          </a:prstGeom>
          <a:solidFill>
            <a:srgbClr val="DC2D1E"/>
          </a:solidFill>
          <a:ln>
            <a:solidFill>
              <a:srgbClr val="DC2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8000" y="9900000"/>
            <a:ext cx="4752000" cy="6660000"/>
          </a:xfrm>
          <a:prstGeom prst="roundRect">
            <a:avLst/>
          </a:prstGeom>
          <a:solidFill>
            <a:srgbClr val="070707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0" y="10260000"/>
            <a:ext cx="4752000" cy="5940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88000" y="9900000"/>
            <a:ext cx="8208000" cy="9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8F8"/>
                </a:solidFill>
                <a:latin typeface="Arial"/>
              </a:rPr>
              <a:t>ТОТ САМЫЙ ОСТРЫЙ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44000" y="9900000"/>
            <a:ext cx="2951999" cy="972000"/>
          </a:xfrm>
          <a:prstGeom prst="roundRect">
            <a:avLst/>
          </a:prstGeom>
          <a:solidFill>
            <a:srgbClr val="DC2D1E"/>
          </a:solidFill>
          <a:ln>
            <a:solidFill>
              <a:srgbClr val="DC2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44000" y="9918000"/>
            <a:ext cx="2951999" cy="88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0A0A0A"/>
                </a:solidFill>
                <a:latin typeface="Arial"/>
              </a:rPr>
              <a:t>700 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88000" y="10908000"/>
            <a:ext cx="820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C2D1E"/>
                </a:solidFill>
                <a:latin typeface="Arial"/>
              </a:rPr>
              <a:t>470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88000" y="11502000"/>
            <a:ext cx="820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9B9B9"/>
                </a:solidFill>
                <a:latin typeface="Arial"/>
              </a:rPr>
              <a:t>СОСТАВ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88000" y="11970000"/>
            <a:ext cx="3942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50" b="0">
                <a:solidFill>
                  <a:srgbClr val="F8F8F8"/>
                </a:solidFill>
                <a:latin typeface="Arial"/>
              </a:rPr>
              <a:t>• булочка
• фирменный соус
• острый соус
• салат
• помидоры
• говяжья котлета
• сыр гауда
• острый соус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02000" y="11970000"/>
            <a:ext cx="3942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50" b="0">
                <a:solidFill>
                  <a:srgbClr val="F8F8F8"/>
                </a:solidFill>
                <a:latin typeface="Arial"/>
              </a:rPr>
              <a:t>• бекон
• маринованные огурцы
• красный лук
• кисло-сладкий соус
• острый соус
• фирменный соус
• булочка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616000" y="9540000"/>
            <a:ext cx="13968000" cy="7380000"/>
          </a:xfrm>
          <a:prstGeom prst="roundRect">
            <a:avLst/>
          </a:prstGeom>
          <a:solidFill>
            <a:srgbClr val="121212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616000" y="9540000"/>
            <a:ext cx="234000" cy="7380000"/>
          </a:xfrm>
          <a:prstGeom prst="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4976000" y="9900000"/>
            <a:ext cx="4752000" cy="6660000"/>
          </a:xfrm>
          <a:prstGeom prst="roundRect">
            <a:avLst/>
          </a:prstGeom>
          <a:solidFill>
            <a:srgbClr val="070707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5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6000" y="10261058"/>
            <a:ext cx="4752000" cy="5937882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0016000" y="9900000"/>
            <a:ext cx="8208000" cy="9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8F8"/>
                </a:solidFill>
                <a:latin typeface="Arial"/>
              </a:rPr>
              <a:t>ТОТ САМЫЙ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272000" y="9900000"/>
            <a:ext cx="2951999" cy="972000"/>
          </a:xfrm>
          <a:prstGeom prst="round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272000" y="9918000"/>
            <a:ext cx="2951999" cy="88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0A0A0A"/>
                </a:solidFill>
                <a:latin typeface="Arial"/>
              </a:rPr>
              <a:t>590 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016000" y="10908000"/>
            <a:ext cx="820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6E14"/>
                </a:solidFill>
                <a:latin typeface="Arial"/>
              </a:rPr>
              <a:t>400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016000" y="11502000"/>
            <a:ext cx="820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9B9B9"/>
                </a:solidFill>
                <a:latin typeface="Arial"/>
              </a:rPr>
              <a:t>СОСТАВ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16000" y="11970000"/>
            <a:ext cx="7956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80" b="0">
                <a:solidFill>
                  <a:srgbClr val="F8F8F8"/>
                </a:solidFill>
                <a:latin typeface="Arial"/>
              </a:rPr>
              <a:t>• булочка
• майонез
• кетчуп
• салат
• помидоры
• говяжья котлета
• сыр гауда
• маринованные огурцы
• красный лук
• майонез
• кетчуп
• булочка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944000" y="9540000"/>
            <a:ext cx="13968000" cy="7380000"/>
          </a:xfrm>
          <a:prstGeom prst="roundRect">
            <a:avLst/>
          </a:prstGeom>
          <a:solidFill>
            <a:srgbClr val="121212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8944000" y="9540000"/>
            <a:ext cx="234000" cy="7380000"/>
          </a:xfrm>
          <a:prstGeom prst="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9304000" y="9900000"/>
            <a:ext cx="4752000" cy="6660000"/>
          </a:xfrm>
          <a:prstGeom prst="roundRect">
            <a:avLst/>
          </a:prstGeom>
          <a:solidFill>
            <a:srgbClr val="070707"/>
          </a:solidFill>
          <a:ln>
            <a:solidFill>
              <a:srgbClr val="2323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6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04000" y="10260000"/>
            <a:ext cx="4752000" cy="59400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34344000" y="9900000"/>
            <a:ext cx="8208000" cy="9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8F8F8"/>
                </a:solidFill>
                <a:latin typeface="Arial"/>
              </a:rPr>
              <a:t>ТОТ САМЫЙ МЕДОВЫЙ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9600000" y="9900000"/>
            <a:ext cx="2951999" cy="972000"/>
          </a:xfrm>
          <a:prstGeom prst="roundRect">
            <a:avLst/>
          </a:prstGeom>
          <a:solidFill>
            <a:srgbClr val="F26E14"/>
          </a:solidFill>
          <a:ln>
            <a:solidFill>
              <a:srgbClr val="F26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600000" y="9918000"/>
            <a:ext cx="2951999" cy="88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>
                <a:solidFill>
                  <a:srgbClr val="0A0A0A"/>
                </a:solidFill>
                <a:latin typeface="Arial"/>
              </a:rPr>
              <a:t>640 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344000" y="10908000"/>
            <a:ext cx="8208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26E14"/>
                </a:solidFill>
                <a:latin typeface="Arial"/>
              </a:rPr>
              <a:t>440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344000" y="11502000"/>
            <a:ext cx="8208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B9B9B9"/>
                </a:solidFill>
                <a:latin typeface="Arial"/>
              </a:rPr>
              <a:t>СОСТАВ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44000" y="11970000"/>
            <a:ext cx="7956000" cy="475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80" b="0">
                <a:solidFill>
                  <a:srgbClr val="F8F8F8"/>
                </a:solidFill>
                <a:latin typeface="Arial"/>
              </a:rPr>
              <a:t>• булочка
• майонез
• кетчуп
• салат
• помидоры
• говяжья котлета
• сыр гауда
• бекон
• горчичный соус
• мед
• маринованные огурцы
• красный лук
• барбекю соус
• булочка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8000" y="17352000"/>
            <a:ext cx="42624000" cy="2916000"/>
          </a:xfrm>
          <a:prstGeom prst="roundRect">
            <a:avLst/>
          </a:prstGeom>
          <a:solidFill>
            <a:srgbClr val="0E0E0E"/>
          </a:solidFill>
          <a:ln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8000" y="17586000"/>
            <a:ext cx="1116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6E14"/>
                </a:solidFill>
                <a:latin typeface="Arial"/>
              </a:rPr>
              <a:t>ФРАЙС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8000" y="18108000"/>
            <a:ext cx="12240000" cy="1835999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100" b="0">
                <a:solidFill>
                  <a:srgbClr val="F8F8F8"/>
                </a:solidFill>
                <a:latin typeface="Arial"/>
              </a:rPr>
              <a:t>Картошка фри — 150 г · 200 ₽
Фрайс с беконом — 260 г · 350 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040000" y="17586000"/>
            <a:ext cx="1008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6E14"/>
                </a:solidFill>
                <a:latin typeface="Arial"/>
              </a:rPr>
              <a:t>СОУСЫ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040000" y="18108000"/>
            <a:ext cx="11160000" cy="187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019" b="0">
                <a:solidFill>
                  <a:srgbClr val="F8F8F8"/>
                </a:solidFill>
                <a:latin typeface="Arial"/>
              </a:rPr>
              <a:t>Сырный — 25 г · 30 ₽
Кетчуп — 25 г · 30 ₽
Барбекю — 25 г · 30 ₽
Кисло-сладкий — 25 г · 30 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640000" y="17586000"/>
            <a:ext cx="15120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26E14"/>
                </a:solidFill>
                <a:latin typeface="Arial"/>
              </a:rPr>
              <a:t>НАПИТКИ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640000" y="18108000"/>
            <a:ext cx="15480000" cy="1872000"/>
          </a:xfrm>
          <a:prstGeom prst="rect">
            <a:avLst/>
          </a:prstGeom>
          <a:noFill/>
        </p:spPr>
        <p:txBody>
          <a:bodyPr wrap="square" lIns="7200" rIns="7200" tIns="7200" bIns="7200" anchor="t">
            <a:spAutoFit/>
          </a:bodyPr>
          <a:lstStyle/>
          <a:p>
            <a:pPr algn="l"/>
            <a:r>
              <a:rPr sz="1100" b="0">
                <a:solidFill>
                  <a:srgbClr val="F8F8F8"/>
                </a:solidFill>
                <a:latin typeface="Arial"/>
              </a:rPr>
              <a:t>Кола 0,33 мл — 130 ₽
Спрайт 0,33 мл — 130 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